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2-FCDF-484D-A2DF-219F4FBB379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CDF-484D-A2DF-219F4FBB3794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FCDF-484D-A2DF-219F4FBB3794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33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out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FCDF-484D-A2DF-219F4FBB3794}"/>
                </c:ext>
              </c:extLst>
            </c:dLbl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49915</c:v>
                </c:pt>
                <c:pt idx="1">
                  <c:v>50085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DF-484D-A2DF-219F4FBB3794}"/>
            </c:ext>
          </c:extLst>
        </c:ser>
        <c:dLbls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West</c:v>
                </c:pt>
                <c:pt idx="1">
                  <c:v>Adamawa</c:v>
                </c:pt>
                <c:pt idx="2">
                  <c:v>Far North</c:v>
                </c:pt>
                <c:pt idx="3">
                  <c:v>South</c:v>
                </c:pt>
                <c:pt idx="4">
                  <c:v>Littoral</c:v>
                </c:pt>
                <c:pt idx="5">
                  <c:v>North West</c:v>
                </c:pt>
                <c:pt idx="6">
                  <c:v>Center</c:v>
                </c:pt>
                <c:pt idx="7">
                  <c:v>South West</c:v>
                </c:pt>
                <c:pt idx="8">
                  <c:v>North</c:v>
                </c:pt>
                <c:pt idx="9">
                  <c:v>East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10104</c:v>
                </c:pt>
                <c:pt idx="1">
                  <c:v>10102</c:v>
                </c:pt>
                <c:pt idx="2">
                  <c:v>10087</c:v>
                </c:pt>
                <c:pt idx="3">
                  <c:v>10032</c:v>
                </c:pt>
                <c:pt idx="4">
                  <c:v>10000</c:v>
                </c:pt>
                <c:pt idx="5">
                  <c:v>9976</c:v>
                </c:pt>
                <c:pt idx="6">
                  <c:v>9969</c:v>
                </c:pt>
                <c:pt idx="7">
                  <c:v>9951</c:v>
                </c:pt>
                <c:pt idx="8">
                  <c:v>9948</c:v>
                </c:pt>
                <c:pt idx="9">
                  <c:v>9831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68-4391-9628-5D472E2013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18-24</c:v>
                </c:pt>
                <c:pt idx="1">
                  <c:v>25-39</c:v>
                </c:pt>
                <c:pt idx="2">
                  <c:v>40-54</c:v>
                </c:pt>
                <c:pt idx="3">
                  <c:v>55-90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16047</c:v>
                </c:pt>
                <c:pt idx="1">
                  <c:v>34035</c:v>
                </c:pt>
                <c:pt idx="2">
                  <c:v>28158</c:v>
                </c:pt>
                <c:pt idx="3">
                  <c:v>21760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4F-4A17-B7EA-82BBA29B80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Voice Hours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Maud</c:v>
                </c:pt>
                <c:pt idx="1">
                  <c:v>Julie</c:v>
                </c:pt>
                <c:pt idx="2">
                  <c:v>Cyrus</c:v>
                </c:pt>
                <c:pt idx="3">
                  <c:v>Burley</c:v>
                </c:pt>
                <c:pt idx="4">
                  <c:v>Evalyn</c:v>
                </c:pt>
                <c:pt idx="5">
                  <c:v>Willow</c:v>
                </c:pt>
                <c:pt idx="6">
                  <c:v>Jerod</c:v>
                </c:pt>
                <c:pt idx="7">
                  <c:v>Kennith</c:v>
                </c:pt>
                <c:pt idx="8">
                  <c:v>Damian</c:v>
                </c:pt>
                <c:pt idx="9">
                  <c:v>Sigurd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  <c:pt idx="6">
                  <c:v>4</c:v>
                </c:pt>
                <c:pt idx="7">
                  <c:v>4</c:v>
                </c:pt>
                <c:pt idx="8">
                  <c:v>4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A6C-43E8-8E15-D148534287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Data Usage (GB)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Hadley</c:v>
                </c:pt>
                <c:pt idx="1">
                  <c:v>Sallie</c:v>
                </c:pt>
                <c:pt idx="2">
                  <c:v>Gino</c:v>
                </c:pt>
                <c:pt idx="3">
                  <c:v>Haskell</c:v>
                </c:pt>
                <c:pt idx="4">
                  <c:v>Antwan</c:v>
                </c:pt>
                <c:pt idx="5">
                  <c:v>Mateo</c:v>
                </c:pt>
                <c:pt idx="6">
                  <c:v>Maida</c:v>
                </c:pt>
                <c:pt idx="7">
                  <c:v>Ila</c:v>
                </c:pt>
                <c:pt idx="8">
                  <c:v>Rashad</c:v>
                </c:pt>
                <c:pt idx="9">
                  <c:v>Turner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257</c:v>
                </c:pt>
                <c:pt idx="1">
                  <c:v>249</c:v>
                </c:pt>
                <c:pt idx="2">
                  <c:v>243</c:v>
                </c:pt>
                <c:pt idx="3">
                  <c:v>238</c:v>
                </c:pt>
                <c:pt idx="4">
                  <c:v>237</c:v>
                </c:pt>
                <c:pt idx="5">
                  <c:v>236</c:v>
                </c:pt>
                <c:pt idx="6">
                  <c:v>236</c:v>
                </c:pt>
                <c:pt idx="7">
                  <c:v>231</c:v>
                </c:pt>
                <c:pt idx="8">
                  <c:v>230</c:v>
                </c:pt>
                <c:pt idx="9">
                  <c:v>230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23-4CAA-B32F-B4F19DCFCC7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Avg Monthly Fee</c:v>
                </c:pt>
              </c:strCache>
            </c:strRef>
          </c:tx>
          <c:invertIfNegative val="1"/>
          <c:cat>
            <c:strRef>
              <c:f>Sheet1!$A$2:$A$11</c:f>
              <c:strCache>
                <c:ptCount val="10"/>
                <c:pt idx="0">
                  <c:v>Center</c:v>
                </c:pt>
                <c:pt idx="1">
                  <c:v>Far North</c:v>
                </c:pt>
                <c:pt idx="2">
                  <c:v>East</c:v>
                </c:pt>
                <c:pt idx="3">
                  <c:v>South</c:v>
                </c:pt>
                <c:pt idx="4">
                  <c:v>North West</c:v>
                </c:pt>
                <c:pt idx="5">
                  <c:v>South West</c:v>
                </c:pt>
                <c:pt idx="6">
                  <c:v>Adamawa</c:v>
                </c:pt>
                <c:pt idx="7">
                  <c:v>West</c:v>
                </c:pt>
                <c:pt idx="8">
                  <c:v>North</c:v>
                </c:pt>
                <c:pt idx="9">
                  <c:v>Littoral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8582</c:v>
                </c:pt>
                <c:pt idx="1">
                  <c:v>8557</c:v>
                </c:pt>
                <c:pt idx="2">
                  <c:v>8546</c:v>
                </c:pt>
                <c:pt idx="3">
                  <c:v>8575</c:v>
                </c:pt>
                <c:pt idx="4">
                  <c:v>8564</c:v>
                </c:pt>
                <c:pt idx="5">
                  <c:v>8563</c:v>
                </c:pt>
                <c:pt idx="6">
                  <c:v>8545</c:v>
                </c:pt>
                <c:pt idx="7">
                  <c:v>8603</c:v>
                </c:pt>
                <c:pt idx="8">
                  <c:v>8529</c:v>
                </c:pt>
                <c:pt idx="9">
                  <c:v>8529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F2-4625-90DB-32C2138DCE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cs:styleClr val="auto"/>
    </cs:fontRef>
    <cs:defRPr sz="133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Telecom Operator XYZ – Foundational SQL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Data Engineer Project – Subscriber &amp; Usage Insights</a:t>
            </a:r>
          </a:p>
          <a:p>
            <a:r>
              <a:rPr dirty="0"/>
              <a:t>Author: </a:t>
            </a:r>
            <a:r>
              <a:rPr lang="en-US" dirty="0"/>
              <a:t>Herman MOUGNOL A TIAH</a:t>
            </a:r>
          </a:p>
          <a:p>
            <a:r>
              <a:rPr lang="en-US" dirty="0"/>
              <a:t>Date: 2025-11-09</a:t>
            </a:r>
          </a:p>
          <a:p>
            <a:r>
              <a:rPr dirty="0"/>
              <a:t>Database: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Gender Distribution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817374"/>
              </p:ext>
            </p:extLst>
          </p:nvPr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 Distribution of Subscribers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Distribution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Total Voice &amp; Data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Usage: 406,356 GB</a:t>
            </a:r>
          </a:p>
          <a:p>
            <a:r>
              <a:t>Voice Usage: 6,992 Hours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Voice Users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Data Users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Subscribers by Active Plan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Monthly Fee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Jeffrey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North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Hosea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Ardith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South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Felicita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Orrin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Roberto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Mariano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Stephan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r>
                        <a:t>Alexandre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Adamawa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r>
                        <a:t>Cary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Adamawa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Business Plan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Subscribers Using Most Expensive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29,497 subscribers are on the most expensive plan.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Monthly Fee per Region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18288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Telecom Usage Statistics per Region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959178"/>
              </p:ext>
            </p:extLst>
          </p:nvPr>
        </p:nvGraphicFramePr>
        <p:xfrm>
          <a:off x="527901" y="1150070"/>
          <a:ext cx="778654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6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6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6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6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942">
                <a:tc>
                  <a:txBody>
                    <a:bodyPr/>
                    <a:lstStyle/>
                    <a:p>
                      <a:r>
                        <a:rPr sz="11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Event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Event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Avg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Adamawa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151.64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Adamawa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16727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2490.04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16840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150.13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2491.44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16483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2528.58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16238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149.66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Far 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16858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150.83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Far 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2507.7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Littoral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17002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149.96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Littoral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2495.51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16749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16532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2491.4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North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2509.51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North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16648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150.43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16638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2497.8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South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16556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2500.05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South 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150.09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942">
                <a:tc>
                  <a:txBody>
                    <a:bodyPr/>
                    <a:lstStyle/>
                    <a:p>
                      <a:r>
                        <a:rPr sz="110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data_usage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17054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2515.19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95960">
                <a:tc>
                  <a:txBody>
                    <a:bodyPr/>
                    <a:lstStyle/>
                    <a:p>
                      <a:r>
                        <a:rPr sz="110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dirty="0"/>
                        <a:t>150.78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- Gender &amp; age distribution insights</a:t>
            </a:r>
          </a:p>
          <a:p>
            <a:r>
              <a:t>- Regional subscriber concentration</a:t>
            </a:r>
          </a:p>
          <a:p>
            <a:r>
              <a:t>- Top voice &amp; data users</a:t>
            </a:r>
          </a:p>
          <a:p>
            <a:r>
              <a:t>- Most expensive plan adoption</a:t>
            </a:r>
          </a:p>
          <a:p>
            <a:r>
              <a:t>- Average fees by region</a:t>
            </a:r>
          </a:p>
          <a:p>
            <a:r>
              <a:t>- Telecom usage patterns</a:t>
            </a:r>
          </a:p>
          <a:p>
            <a:endParaRPr/>
          </a:p>
          <a:p>
            <a:r>
              <a:t>Next steps: Advanced SQL, ETL &amp;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313</Words>
  <Application>Microsoft Office PowerPoint</Application>
  <PresentationFormat>On-screen Show (4:3)</PresentationFormat>
  <Paragraphs>161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Telecom Operator XYZ – Foundational SQL Analysis</vt:lpstr>
      <vt:lpstr>Gender Distribution</vt:lpstr>
      <vt:lpstr>Region Distribution of Subscribers</vt:lpstr>
      <vt:lpstr>Age Distribution</vt:lpstr>
      <vt:lpstr>Total Voice &amp; Data Usage</vt:lpstr>
      <vt:lpstr>Top 10 Voice Users</vt:lpstr>
      <vt:lpstr>Top 10 Data Users</vt:lpstr>
      <vt:lpstr>Top 10 Subscribers by Active Plan</vt:lpstr>
      <vt:lpstr>Subscribers Using Most Expensive Plan</vt:lpstr>
      <vt:lpstr>Average Monthly Fee per Region</vt:lpstr>
      <vt:lpstr>Telecom Usage Statistics per Region</vt:lpstr>
      <vt:lpstr>Summary &amp; Insights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Operator XYZ – Foundational SQL Analysis</dc:title>
  <dc:subject/>
  <dc:creator/>
  <cp:keywords/>
  <dc:description>generated using python-pptx</dc:description>
  <cp:lastModifiedBy>MOUGNOL A TIAH HERMAN</cp:lastModifiedBy>
  <cp:revision>2</cp:revision>
  <dcterms:created xsi:type="dcterms:W3CDTF">2013-01-27T09:14:16Z</dcterms:created>
  <dcterms:modified xsi:type="dcterms:W3CDTF">2025-11-09T11:43:31Z</dcterms:modified>
  <cp:category/>
</cp:coreProperties>
</file>